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word/document.xml" ContentType="application/vnd.openxmlformats-officedocument.wordprocessingml.document.main+xml"/>
  <Override PartName="/word/styles.xml" ContentType="application/vnd.openxmlformats-officedocument.wordprocessingml.styles+xml"/>
  <Override PartName="/word/settings.xml" ContentType="application/vnd.openxmlformats-officedocument.wordprocessingml.settings+xml"/>
  <Override PartName="/word/webSettings.xml" ContentType="application/vnd.openxmlformats-officedocument.wordprocessingml.webSettings+xml"/>
  <Override PartName="/word/fontTable.xml" ContentType="application/vnd.openxmlformats-officedocument.wordprocessingml.fontTable+xml"/>
  <Override PartName="/word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word/document.xml"/></Relationships>
</file>

<file path=word/document.xml><?xml version="1.0" encoding="utf-8"?>
<w:document xmlns:wpc="http://schemas.microsoft.com/office/word/2010/wordprocessingCanvas" xmlns:cx="http://schemas.microsoft.com/office/drawing/2014/chartex" xmlns:cx1="http://schemas.microsoft.com/office/drawing/2015/9/8/chartex" xmlns:cx2="http://schemas.microsoft.com/office/drawing/2015/10/21/chartex" xmlns:cx3="http://schemas.microsoft.com/office/drawing/2016/5/9/chartex" xmlns:cx4="http://schemas.microsoft.com/office/drawing/2016/5/10/chartex" xmlns:cx5="http://schemas.microsoft.com/office/drawing/2016/5/11/chartex" xmlns:cx6="http://schemas.microsoft.com/office/drawing/2016/5/12/chartex" xmlns:cx7="http://schemas.microsoft.com/office/drawing/2016/5/13/chartex" xmlns:cx8="http://schemas.microsoft.com/office/drawing/2016/5/14/chartex" xmlns:mc="http://schemas.openxmlformats.org/markup-compatibility/2006" xmlns:aink="http://schemas.microsoft.com/office/drawing/2016/ink" xmlns:am3d="http://schemas.microsoft.com/office/drawing/2017/model3d" xmlns:o="urn:schemas-microsoft-com:office:office" xmlns:oel="http://schemas.microsoft.com/office/2019/extlst" xmlns:r="http://schemas.openxmlformats.org/officeDocument/2006/relationships" xmlns:m="http://schemas.openxmlformats.org/officeDocument/2006/math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15="http://schemas.microsoft.com/office/word/2012/wordml" xmlns:w16cex="http://schemas.microsoft.com/office/word/2018/wordml/cex" xmlns:w16cid="http://schemas.microsoft.com/office/word/2016/wordml/cid" xmlns:w16="http://schemas.microsoft.com/office/word/2018/wordml" xmlns:w16du="http://schemas.microsoft.com/office/word/2023/wordml/word16du" xmlns:w16sdtdh="http://schemas.microsoft.com/office/word/2020/wordml/sdtdatahash" xmlns:w16sdtfl="http://schemas.microsoft.com/office/word/2024/wordml/sdtformatlock" xmlns:w16se="http://schemas.microsoft.com/office/word/2015/wordml/symex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 mc:Ignorable="w14 w15 w16se w16cid w16 w16cex w16sdtdh w16sdtfl w16du wp14">
  <w:body>
    <w:p w14:paraId="45DEFAF8" w14:textId="03BFA76D" w:rsidR="006046AB" w:rsidRDefault="00CA524D">
      <w:pPr>
        <w:rPr>
          <w:lang w:val="en-US"/>
        </w:rPr>
      </w:pPr>
      <w:r>
        <w:rPr>
          <w:lang w:val="en-US"/>
        </w:rPr>
        <w:t>This is from backend branch</w:t>
      </w:r>
    </w:p>
    <w:p w14:paraId="4D2449A9" w14:textId="77777777" w:rsidR="00CA524D" w:rsidRPr="00CA524D" w:rsidRDefault="00CA524D">
      <w:pPr>
        <w:rPr>
          <w:lang w:val="en-US"/>
        </w:rPr>
      </w:pPr>
    </w:p>
    <w:sectPr w:rsidR="00CA524D" w:rsidRPr="00CA524D">
      <w:pgSz w:w="11906" w:h="16838"/>
      <w:pgMar w:top="1440" w:right="1440" w:bottom="1440" w:left="1440" w:header="708" w:footer="708" w:gutter="0"/>
      <w:cols w:space="708"/>
      <w:docGrid w:linePitch="360"/>
    </w:sectPr>
  </w:body>
</w:document>
</file>

<file path=word/fontTable.xml><?xml version="1.0" encoding="utf-8"?>
<w:fonts xmlns:mc="http://schemas.openxmlformats.org/markup-compatibility/2006" xmlns:r="http://schemas.openxmlformats.org/officeDocument/2006/relationships" xmlns:w="http://schemas.openxmlformats.org/wordprocessingml/2006/main" xmlns:w14="http://schemas.microsoft.com/office/word/2010/wordml" xmlns:w15="http://schemas.microsoft.com/office/word/2012/wordml" xmlns:w16cex="http://schemas.microsoft.com/office/word/2018/wordml/cex" xmlns:w16cid="http://schemas.microsoft.com/office/word/2016/wordml/cid" xmlns:w16="http://schemas.microsoft.com/office/word/2018/wordml" xmlns:w16du="http://schemas.microsoft.com/office/word/2023/wordml/word16du" xmlns:w16sdtdh="http://schemas.microsoft.com/office/word/2020/wordml/sdtdatahash" xmlns:w16sdtfl="http://schemas.microsoft.com/office/word/2024/wordml/sdtformatlock" xmlns:w16se="http://schemas.microsoft.com/office/word/2015/wordml/symex" mc:Ignorable="w14 w15 w16se w16cid w16 w16cex w16sdtdh w16sdtfl w16du">
  <w:font w:name="Calibri">
    <w:panose1 w:val="020F0502020204030204"/>
    <w:charset w:val="00"/>
    <w:family w:val="swiss"/>
    <w:pitch w:val="variable"/>
    <w:sig w:usb0="E4002EFF" w:usb1="C200247B" w:usb2="00000009" w:usb3="00000000" w:csb0="000001FF" w:csb1="00000000"/>
  </w:font>
  <w:font w:name="Times New Roman">
    <w:panose1 w:val="02020603050405020304"/>
    <w:charset w:val="00"/>
    <w:family w:val="roman"/>
    <w:pitch w:val="variable"/>
    <w:sig w:usb0="E0002EFF" w:usb1="C000785B" w:usb2="00000009" w:usb3="00000000" w:csb0="000001FF" w:csb1="00000000"/>
  </w:font>
  <w:font w:name="Cambria">
    <w:panose1 w:val="02040503050406030204"/>
    <w:charset w:val="00"/>
    <w:family w:val="roman"/>
    <w:pitch w:val="variable"/>
    <w:sig w:usb0="E00006FF" w:usb1="420024FF" w:usb2="02000000" w:usb3="00000000" w:csb0="0000019F" w:csb1="00000000"/>
  </w:font>
</w:fonts>
</file>

<file path=word/settings.xml><?xml version="1.0" encoding="utf-8"?>
<w:settings xmlns:mc="http://schemas.openxmlformats.org/markup-compatibility/2006" xmlns:o="urn:schemas-microsoft-com:office:office" xmlns:r="http://schemas.openxmlformats.org/officeDocument/2006/relationships" xmlns:m="http://schemas.openxmlformats.org/officeDocument/2006/math" xmlns:v="urn:schemas-microsoft-com:vml" xmlns:w10="urn:schemas-microsoft-com:office:word" xmlns:w="http://schemas.openxmlformats.org/wordprocessingml/2006/main" xmlns:w14="http://schemas.microsoft.com/office/word/2010/wordml" xmlns:w15="http://schemas.microsoft.com/office/word/2012/wordml" xmlns:w16cex="http://schemas.microsoft.com/office/word/2018/wordml/cex" xmlns:w16cid="http://schemas.microsoft.com/office/word/2016/wordml/cid" xmlns:w16="http://schemas.microsoft.com/office/word/2018/wordml" xmlns:w16du="http://schemas.microsoft.com/office/word/2023/wordml/word16du" xmlns:w16sdtdh="http://schemas.microsoft.com/office/word/2020/wordml/sdtdatahash" xmlns:w16sdtfl="http://schemas.microsoft.com/office/word/2024/wordml/sdtformatlock" xmlns:w16se="http://schemas.microsoft.com/office/word/2015/wordml/symex" xmlns:sl="http://schemas.openxmlformats.org/schemaLibrary/2006/main" mc:Ignorable="w14 w15 w16se w16cid w16 w16cex w16sdtdh w16sdtfl w16du">
  <w:zoom w:percent="100"/>
  <w:proofState w:spelling="clean" w:grammar="clean"/>
  <w:defaultTabStop w:val="720"/>
  <w:characterSpacingControl w:val="doNotCompress"/>
  <w:compat>
    <w:compatSetting w:name="compatibilityMode" w:uri="http://schemas.microsoft.com/office/word" w:val="12"/>
    <w:compatSetting w:name="useWord2013TrackBottomHyphenation" w:uri="http://schemas.microsoft.com/office/word" w:val="0"/>
  </w:compat>
  <w:rsids>
    <w:rsidRoot w:val="004E6A40"/>
    <w:rsid w:val="004E6A40"/>
    <w:rsid w:val="00545290"/>
    <w:rsid w:val="006046AB"/>
    <w:rsid w:val="00CA524D"/>
    <w:rsid w:val="00E93F93"/>
  </w:rsids>
  <m:mathPr>
    <m:mathFont m:val="Cambria Math"/>
    <m:brkBin m:val="before"/>
    <m:brkBinSub m:val="--"/>
    <m:smallFrac m:val="0"/>
    <m:dispDef/>
    <m:lMargin m:val="0"/>
    <m:rMargin m:val="0"/>
    <m:defJc m:val="centerGroup"/>
    <m:wrapIndent m:val="1440"/>
    <m:intLim m:val="subSup"/>
    <m:naryLim m:val="undOvr"/>
  </m:mathPr>
  <w:themeFontLang w:val="en-GB"/>
  <w:clrSchemeMapping w:bg1="light1" w:t1="dark1" w:bg2="light2" w:t2="dark2" w:accent1="accent1" w:accent2="accent2" w:accent3="accent3" w:accent4="accent4" w:accent5="accent5" w:accent6="accent6" w:hyperlink="hyperlink" w:followedHyperlink="followedHyperlink"/>
  <w:shapeDefaults>
    <o:shapedefaults v:ext="edit" spidmax="1026"/>
    <o:shapelayout v:ext="edit">
      <o:idmap v:ext="edit" data="1"/>
    </o:shapelayout>
  </w:shapeDefaults>
  <w:decimalSymbol w:val="."/>
  <w:listSeparator w:val=","/>
  <w14:docId w14:val="656BA19C"/>
  <w15:chartTrackingRefBased/>
  <w15:docId w15:val="{B7969EEE-C24B-4C0D-810A-4D546CDB5AA1}"/>
</w:settings>
</file>

<file path=word/styles.xml><?xml version="1.0" encoding="utf-8"?>
<w:styles xmlns:mc="http://schemas.openxmlformats.org/markup-compatibility/2006" xmlns:r="http://schemas.openxmlformats.org/officeDocument/2006/relationships" xmlns:w="http://schemas.openxmlformats.org/wordprocessingml/2006/main" xmlns:w14="http://schemas.microsoft.com/office/word/2010/wordml" xmlns:w15="http://schemas.microsoft.com/office/word/2012/wordml" xmlns:w16cex="http://schemas.microsoft.com/office/word/2018/wordml/cex" xmlns:w16cid="http://schemas.microsoft.com/office/word/2016/wordml/cid" xmlns:w16="http://schemas.microsoft.com/office/word/2018/wordml" xmlns:w16du="http://schemas.microsoft.com/office/word/2023/wordml/word16du" xmlns:w16sdtdh="http://schemas.microsoft.com/office/word/2020/wordml/sdtdatahash" xmlns:w16sdtfl="http://schemas.microsoft.com/office/word/2024/wordml/sdtformatlock" xmlns:w16se="http://schemas.microsoft.com/office/word/2015/wordml/symex" mc:Ignorable="w14 w15 w16se w16cid w16 w16cex w16sdtdh w16sdtfl w16du">
  <w:docDefaults>
    <w:rPrDefault>
      <w:rPr>
        <w:rFonts w:asciiTheme="minorHAnsi" w:eastAsiaTheme="minorHAnsi" w:hAnsiTheme="minorHAnsi" w:cstheme="minorBidi"/>
        <w:kern w:val="2"/>
        <w:sz w:val="22"/>
        <w:szCs w:val="22"/>
        <w:lang w:val="en-GB" w:eastAsia="en-US" w:bidi="ar-SA"/>
        <w14:ligatures w14:val="standardContextual"/>
      </w:rPr>
    </w:rPrDefault>
    <w:pPrDefault>
      <w:pPr>
        <w:spacing w:after="200" w:line="276" w:lineRule="auto"/>
      </w:pPr>
    </w:pPrDefault>
  </w:docDefaults>
  <w:latentStyles w:defLockedState="0" w:defUIPriority="99" w:defSemiHidden="0" w:defUnhideWhenUsed="0" w:defQFormat="0" w:count="376">
    <w:lsdException w:name="Normal" w:uiPriority="0" w:qFormat="1"/>
    <w:lsdException w:name="heading 1" w:uiPriority="9" w:qFormat="1"/>
    <w:lsdException w:name="heading 2" w:semiHidden="1" w:uiPriority="9" w:unhideWhenUsed="1" w:qFormat="1"/>
    <w:lsdException w:name="heading 3" w:semiHidden="1" w:uiPriority="9" w:unhideWhenUsed="1" w:qFormat="1"/>
    <w:lsdException w:name="heading 4" w:semiHidden="1" w:uiPriority="9" w:unhideWhenUsed="1" w:qFormat="1"/>
    <w:lsdException w:name="heading 5" w:semiHidden="1" w:uiPriority="9" w:unhideWhenUsed="1" w:qFormat="1"/>
    <w:lsdException w:name="heading 6" w:semiHidden="1" w:uiPriority="9" w:unhideWhenUsed="1" w:qFormat="1"/>
    <w:lsdException w:name="heading 7" w:semiHidden="1" w:uiPriority="9" w:unhideWhenUsed="1" w:qFormat="1"/>
    <w:lsdException w:name="heading 8" w:semiHidden="1" w:uiPriority="9" w:unhideWhenUsed="1" w:qFormat="1"/>
    <w:lsdException w:name="heading 9" w:semiHidden="1" w:uiPriority="9" w:unhideWhenUsed="1" w:qFormat="1"/>
    <w:lsdException w:name="index 1" w:semiHidden="1" w:unhideWhenUsed="1"/>
    <w:lsdException w:name="index 2" w:semiHidden="1" w:unhideWhenUsed="1"/>
    <w:lsdException w:name="index 3" w:semiHidden="1" w:unhideWhenUsed="1"/>
    <w:lsdException w:name="index 4" w:semiHidden="1" w:unhideWhenUsed="1"/>
    <w:lsdException w:name="index 5" w:semiHidden="1" w:unhideWhenUsed="1"/>
    <w:lsdException w:name="index 6" w:semiHidden="1" w:unhideWhenUsed="1"/>
    <w:lsdException w:name="index 7" w:semiHidden="1" w:unhideWhenUsed="1"/>
    <w:lsdException w:name="index 8" w:semiHidden="1" w:unhideWhenUsed="1"/>
    <w:lsdException w:name="index 9" w:semiHidden="1" w:unhideWhenUsed="1"/>
    <w:lsdException w:name="toc 1" w:semiHidden="1" w:uiPriority="39" w:unhideWhenUsed="1"/>
    <w:lsdException w:name="toc 2" w:semiHidden="1" w:uiPriority="39" w:unhideWhenUsed="1"/>
    <w:lsdException w:name="toc 3" w:semiHidden="1" w:uiPriority="39" w:unhideWhenUsed="1"/>
    <w:lsdException w:name="toc 4" w:semiHidden="1" w:uiPriority="39" w:unhideWhenUsed="1"/>
    <w:lsdException w:name="toc 5" w:semiHidden="1" w:uiPriority="39" w:unhideWhenUsed="1"/>
    <w:lsdException w:name="toc 6" w:semiHidden="1" w:uiPriority="39" w:unhideWhenUsed="1"/>
    <w:lsdException w:name="toc 7" w:semiHidden="1" w:uiPriority="39" w:unhideWhenUsed="1"/>
    <w:lsdException w:name="toc 8" w:semiHidden="1" w:uiPriority="39" w:unhideWhenUsed="1"/>
    <w:lsdException w:name="toc 9" w:semiHidden="1" w:uiPriority="39" w:unhideWhenUsed="1"/>
    <w:lsdException w:name="Normal Indent" w:semiHidden="1" w:unhideWhenUsed="1"/>
    <w:lsdException w:name="footnote text" w:semiHidden="1" w:unhideWhenUsed="1"/>
    <w:lsdException w:name="annotation text" w:semiHidden="1" w:unhideWhenUsed="1"/>
    <w:lsdException w:name="header" w:semiHidden="1" w:unhideWhenUsed="1"/>
    <w:lsdException w:name="footer" w:semiHidden="1" w:unhideWhenUsed="1"/>
    <w:lsdException w:name="index heading" w:semiHidden="1" w:unhideWhenUsed="1"/>
    <w:lsdException w:name="caption" w:semiHidden="1" w:uiPriority="35" w:unhideWhenUsed="1" w:qFormat="1"/>
    <w:lsdException w:name="table of figures" w:semiHidden="1" w:unhideWhenUsed="1"/>
    <w:lsdException w:name="envelope address" w:semiHidden="1" w:unhideWhenUsed="1"/>
    <w:lsdException w:name="envelope return" w:semiHidden="1" w:unhideWhenUsed="1"/>
    <w:lsdException w:name="footnote reference" w:semiHidden="1" w:unhideWhenUsed="1"/>
    <w:lsdException w:name="annotation reference" w:semiHidden="1" w:unhideWhenUsed="1"/>
    <w:lsdException w:name="line number" w:semiHidden="1" w:unhideWhenUsed="1"/>
    <w:lsdException w:name="page number" w:semiHidden="1" w:unhideWhenUsed="1"/>
    <w:lsdException w:name="endnote reference" w:semiHidden="1" w:unhideWhenUsed="1"/>
    <w:lsdException w:name="endnote text" w:semiHidden="1" w:unhideWhenUsed="1"/>
    <w:lsdException w:name="table of authorities" w:semiHidden="1" w:unhideWhenUsed="1"/>
    <w:lsdException w:name="macro" w:semiHidden="1" w:unhideWhenUsed="1"/>
    <w:lsdException w:name="toa heading" w:semiHidden="1" w:unhideWhenUsed="1"/>
    <w:lsdException w:name="List" w:semiHidden="1" w:unhideWhenUsed="1"/>
    <w:lsdException w:name="List Bullet" w:semiHidden="1" w:unhideWhenUsed="1"/>
    <w:lsdException w:name="List Number" w:semiHidden="1" w:unhideWhenUsed="1"/>
    <w:lsdException w:name="List 2" w:semiHidden="1" w:unhideWhenUsed="1"/>
    <w:lsdException w:name="List 3" w:semiHidden="1" w:unhideWhenUsed="1"/>
    <w:lsdException w:name="List 4" w:semiHidden="1" w:unhideWhenUsed="1"/>
    <w:lsdException w:name="List 5" w:semiHidden="1" w:unhideWhenUsed="1"/>
    <w:lsdException w:name="List Bullet 2" w:semiHidden="1" w:unhideWhenUsed="1"/>
    <w:lsdException w:name="List Bullet 3" w:semiHidden="1" w:unhideWhenUsed="1"/>
    <w:lsdException w:name="List Bullet 4" w:semiHidden="1" w:unhideWhenUsed="1"/>
    <w:lsdException w:name="List Bullet 5" w:semiHidden="1" w:unhideWhenUsed="1"/>
    <w:lsdException w:name="List Number 2" w:semiHidden="1" w:unhideWhenUsed="1"/>
    <w:lsdException w:name="List Number 3" w:semiHidden="1" w:unhideWhenUsed="1"/>
    <w:lsdException w:name="List Number 4" w:semiHidden="1" w:unhideWhenUsed="1"/>
    <w:lsdException w:name="List Number 5" w:semiHidden="1" w:unhideWhenUsed="1"/>
    <w:lsdException w:name="Title" w:uiPriority="10" w:qFormat="1"/>
    <w:lsdException w:name="Closing" w:semiHidden="1" w:unhideWhenUsed="1"/>
    <w:lsdException w:name="Signature" w:semiHidden="1" w:unhideWhenUsed="1"/>
    <w:lsdException w:name="Default Paragraph Font" w:semiHidden="1" w:uiPriority="1" w:unhideWhenUsed="1"/>
    <w:lsdException w:name="Body Text" w:semiHidden="1" w:unhideWhenUsed="1"/>
    <w:lsdException w:name="Body Text Indent" w:semiHidden="1" w:unhideWhenUsed="1"/>
    <w:lsdException w:name="List Continue" w:semiHidden="1" w:unhideWhenUsed="1"/>
    <w:lsdException w:name="List Continue 2" w:semiHidden="1" w:unhideWhenUsed="1"/>
    <w:lsdException w:name="List Continue 3" w:semiHidden="1" w:unhideWhenUsed="1"/>
    <w:lsdException w:name="List Continue 4" w:semiHidden="1" w:unhideWhenUsed="1"/>
    <w:lsdException w:name="List Continue 5" w:semiHidden="1" w:unhideWhenUsed="1"/>
    <w:lsdException w:name="Message Header" w:semiHidden="1" w:unhideWhenUsed="1"/>
    <w:lsdException w:name="Subtitle" w:uiPriority="11" w:qFormat="1"/>
    <w:lsdException w:name="Salutation" w:semiHidden="1" w:unhideWhenUsed="1"/>
    <w:lsdException w:name="Date" w:semiHidden="1" w:unhideWhenUsed="1"/>
    <w:lsdException w:name="Body Text First Indent" w:semiHidden="1" w:unhideWhenUsed="1"/>
    <w:lsdException w:name="Body Text First Indent 2" w:semiHidden="1" w:unhideWhenUsed="1"/>
    <w:lsdException w:name="Note Heading" w:semiHidden="1" w:unhideWhenUsed="1"/>
    <w:lsdException w:name="Body Text 2" w:semiHidden="1" w:unhideWhenUsed="1"/>
    <w:lsdException w:name="Body Text 3" w:semiHidden="1" w:unhideWhenUsed="1"/>
    <w:lsdException w:name="Body Text Indent 2" w:semiHidden="1" w:unhideWhenUsed="1"/>
    <w:lsdException w:name="Body Text Indent 3" w:semiHidden="1" w:unhideWhenUsed="1"/>
    <w:lsdException w:name="Block Text" w:semiHidden="1" w:unhideWhenUsed="1"/>
    <w:lsdException w:name="Hyperlink" w:semiHidden="1" w:unhideWhenUsed="1"/>
    <w:lsdException w:name="FollowedHyperlink" w:semiHidden="1" w:unhideWhenUsed="1"/>
    <w:lsdException w:name="Strong" w:uiPriority="22" w:qFormat="1"/>
    <w:lsdException w:name="Emphasis" w:uiPriority="20" w:qFormat="1"/>
    <w:lsdException w:name="Document Map" w:semiHidden="1" w:unhideWhenUsed="1"/>
    <w:lsdException w:name="Plain Text" w:semiHidden="1" w:unhideWhenUsed="1"/>
    <w:lsdException w:name="E-mail Signature" w:semiHidden="1" w:unhideWhenUsed="1"/>
    <w:lsdException w:name="HTML Top of Form" w:semiHidden="1" w:unhideWhenUsed="1"/>
    <w:lsdException w:name="HTML Bottom of Form" w:semiHidden="1" w:unhideWhenUsed="1"/>
    <w:lsdException w:name="Normal (Web)" w:semiHidden="1" w:unhideWhenUsed="1"/>
    <w:lsdException w:name="HTML Acronym" w:semiHidden="1" w:unhideWhenUsed="1"/>
    <w:lsdException w:name="HTML Address" w:semiHidden="1" w:unhideWhenUsed="1"/>
    <w:lsdException w:name="HTML Cite" w:semiHidden="1" w:unhideWhenUsed="1"/>
    <w:lsdException w:name="HTML Code" w:semiHidden="1" w:unhideWhenUsed="1"/>
    <w:lsdException w:name="HTML Definition" w:semiHidden="1" w:unhideWhenUsed="1"/>
    <w:lsdException w:name="HTML Keyboard" w:semiHidden="1" w:unhideWhenUsed="1"/>
    <w:lsdException w:name="HTML Preformatted" w:semiHidden="1" w:unhideWhenUsed="1"/>
    <w:lsdException w:name="HTML Sample" w:semiHidden="1" w:unhideWhenUsed="1"/>
    <w:lsdException w:name="HTML Typewriter" w:semiHidden="1" w:unhideWhenUsed="1"/>
    <w:lsdException w:name="HTML Variable" w:semiHidden="1" w:unhideWhenUsed="1"/>
    <w:lsdException w:name="Normal Table" w:semiHidden="1" w:unhideWhenUsed="1"/>
    <w:lsdException w:name="annotation subject" w:semiHidden="1" w:unhideWhenUsed="1"/>
    <w:lsdException w:name="No List" w:semiHidden="1" w:unhideWhenUsed="1"/>
    <w:lsdException w:name="Outline List 1" w:semiHidden="1" w:unhideWhenUsed="1"/>
    <w:lsdException w:name="Outline List 2" w:semiHidden="1" w:unhideWhenUsed="1"/>
    <w:lsdException w:name="Outline List 3" w:semiHidden="1" w:unhideWhenUsed="1"/>
    <w:lsdException w:name="Table Simple 1" w:semiHidden="1" w:unhideWhenUsed="1"/>
    <w:lsdException w:name="Table Simple 2" w:semiHidden="1" w:unhideWhenUsed="1"/>
    <w:lsdException w:name="Table Simple 3" w:semiHidden="1" w:unhideWhenUsed="1"/>
    <w:lsdException w:name="Table Classic 1" w:semiHidden="1" w:unhideWhenUsed="1"/>
    <w:lsdException w:name="Table Classic 2" w:semiHidden="1" w:unhideWhenUsed="1"/>
    <w:lsdException w:name="Table Classic 3" w:semiHidden="1" w:unhideWhenUsed="1"/>
    <w:lsdException w:name="Table Classic 4" w:semiHidden="1" w:unhideWhenUsed="1"/>
    <w:lsdException w:name="Table Colorful 1" w:semiHidden="1" w:unhideWhenUsed="1"/>
    <w:lsdException w:name="Table Colorful 2" w:semiHidden="1" w:unhideWhenUsed="1"/>
    <w:lsdException w:name="Table Colorful 3" w:semiHidden="1" w:unhideWhenUsed="1"/>
    <w:lsdException w:name="Table Columns 1" w:semiHidden="1" w:unhideWhenUsed="1"/>
    <w:lsdException w:name="Table Columns 2" w:semiHidden="1" w:unhideWhenUsed="1"/>
    <w:lsdException w:name="Table Columns 3" w:semiHidden="1" w:unhideWhenUsed="1"/>
    <w:lsdException w:name="Table Columns 4" w:semiHidden="1" w:unhideWhenUsed="1"/>
    <w:lsdException w:name="Table Columns 5" w:semiHidden="1" w:unhideWhenUsed="1"/>
    <w:lsdException w:name="Table Grid 1" w:semiHidden="1" w:unhideWhenUsed="1"/>
    <w:lsdException w:name="Table Grid 2" w:semiHidden="1" w:unhideWhenUsed="1"/>
    <w:lsdException w:name="Table Grid 3" w:semiHidden="1" w:unhideWhenUsed="1"/>
    <w:lsdException w:name="Table Grid 4" w:semiHidden="1" w:unhideWhenUsed="1"/>
    <w:lsdException w:name="Table Grid 5" w:semiHidden="1" w:unhideWhenUsed="1"/>
    <w:lsdException w:name="Table Grid 6" w:semiHidden="1" w:unhideWhenUsed="1"/>
    <w:lsdException w:name="Table Grid 7" w:semiHidden="1" w:unhideWhenUsed="1"/>
    <w:lsdException w:name="Table Grid 8" w:semiHidden="1" w:unhideWhenUsed="1"/>
    <w:lsdException w:name="Table List 1" w:semiHidden="1" w:unhideWhenUsed="1"/>
    <w:lsdException w:name="Table List 2" w:semiHidden="1" w:unhideWhenUsed="1"/>
    <w:lsdException w:name="Table List 3" w:semiHidden="1" w:unhideWhenUsed="1"/>
    <w:lsdException w:name="Table List 4" w:semiHidden="1" w:unhideWhenUsed="1"/>
    <w:lsdException w:name="Table List 5" w:semiHidden="1" w:unhideWhenUsed="1"/>
    <w:lsdException w:name="Table List 6" w:semiHidden="1" w:unhideWhenUsed="1"/>
    <w:lsdException w:name="Table List 7" w:semiHidden="1" w:unhideWhenUsed="1"/>
    <w:lsdException w:name="Table List 8" w:semiHidden="1" w:unhideWhenUsed="1"/>
    <w:lsdException w:name="Table 3D effects 1" w:semiHidden="1" w:unhideWhenUsed="1"/>
    <w:lsdException w:name="Table 3D effects 2" w:semiHidden="1" w:unhideWhenUsed="1"/>
    <w:lsdException w:name="Table 3D effects 3" w:semiHidden="1" w:unhideWhenUsed="1"/>
    <w:lsdException w:name="Table Contemporary" w:semiHidden="1" w:unhideWhenUsed="1"/>
    <w:lsdException w:name="Table Elegant" w:semiHidden="1" w:unhideWhenUsed="1"/>
    <w:lsdException w:name="Table Professional" w:semiHidden="1" w:unhideWhenUsed="1"/>
    <w:lsdException w:name="Table Subtle 1" w:semiHidden="1" w:unhideWhenUsed="1"/>
    <w:lsdException w:name="Table Subtle 2" w:semiHidden="1" w:unhideWhenUsed="1"/>
    <w:lsdException w:name="Table Web 1" w:semiHidden="1" w:unhideWhenUsed="1"/>
    <w:lsdException w:name="Table Web 2" w:semiHidden="1" w:unhideWhenUsed="1"/>
    <w:lsdException w:name="Table Web 3" w:semiHidden="1" w:unhideWhenUsed="1"/>
    <w:lsdException w:name="Balloon Text" w:semiHidden="1" w:unhideWhenUsed="1"/>
    <w:lsdException w:name="Table Grid" w:uiPriority="59"/>
    <w:lsdException w:name="Table Theme" w:semiHidden="1" w:unhideWhenUsed="1"/>
    <w:lsdException w:name="Placeholder Text" w:semiHidden="1"/>
    <w:lsdException w:name="No Spacing" w:uiPriority="1" w:qFormat="1"/>
    <w:lsdException w:name="Light Shading" w:uiPriority="60"/>
    <w:lsdException w:name="Light List" w:uiPriority="61"/>
    <w:lsdException w:name="Light Grid" w:uiPriority="62"/>
    <w:lsdException w:name="Medium Shading 1" w:uiPriority="63"/>
    <w:lsdException w:name="Medium Shading 2" w:uiPriority="64"/>
    <w:lsdException w:name="Medium List 1" w:uiPriority="65"/>
    <w:lsdException w:name="Medium List 2" w:uiPriority="66"/>
    <w:lsdException w:name="Medium Grid 1" w:uiPriority="67"/>
    <w:lsdException w:name="Medium Grid 2" w:uiPriority="68"/>
    <w:lsdException w:name="Medium Grid 3" w:uiPriority="69"/>
    <w:lsdException w:name="Dark List" w:uiPriority="70"/>
    <w:lsdException w:name="Colorful Shading" w:uiPriority="71"/>
    <w:lsdException w:name="Colorful List" w:uiPriority="72"/>
    <w:lsdException w:name="Colorful Grid" w:uiPriority="73"/>
    <w:lsdException w:name="Light Shading Accent 1" w:uiPriority="60"/>
    <w:lsdException w:name="Light List Accent 1" w:uiPriority="61"/>
    <w:lsdException w:name="Light Grid Accent 1" w:uiPriority="62"/>
    <w:lsdException w:name="Medium Shading 1 Accent 1" w:uiPriority="63"/>
    <w:lsdException w:name="Medium Shading 2 Accent 1" w:uiPriority="64"/>
    <w:lsdException w:name="Medium List 1 Accent 1" w:uiPriority="65"/>
    <w:lsdException w:name="Revision" w:semiHidden="1"/>
    <w:lsdException w:name="List Paragraph" w:uiPriority="34" w:qFormat="1"/>
    <w:lsdException w:name="Quote" w:uiPriority="29" w:qFormat="1"/>
    <w:lsdException w:name="Intense Quote" w:uiPriority="30" w:qFormat="1"/>
    <w:lsdException w:name="Medium List 2 Accent 1" w:uiPriority="66"/>
    <w:lsdException w:name="Medium Grid 1 Accent 1" w:uiPriority="67"/>
    <w:lsdException w:name="Medium Grid 2 Accent 1" w:uiPriority="68"/>
    <w:lsdException w:name="Medium Grid 3 Accent 1" w:uiPriority="69"/>
    <w:lsdException w:name="Dark List Accent 1" w:uiPriority="70"/>
    <w:lsdException w:name="Colorful Shading Accent 1" w:uiPriority="71"/>
    <w:lsdException w:name="Colorful List Accent 1" w:uiPriority="72"/>
    <w:lsdException w:name="Colorful Grid Accent 1" w:uiPriority="73"/>
    <w:lsdException w:name="Light Shading Accent 2" w:uiPriority="60"/>
    <w:lsdException w:name="Light List Accent 2" w:uiPriority="61"/>
    <w:lsdException w:name="Light Grid Accent 2" w:uiPriority="62"/>
    <w:lsdException w:name="Medium Shading 1 Accent 2" w:uiPriority="63"/>
    <w:lsdException w:name="Medium Shading 2 Accent 2" w:uiPriority="64"/>
    <w:lsdException w:name="Medium List 1 Accent 2" w:uiPriority="65"/>
    <w:lsdException w:name="Medium List 2 Accent 2" w:uiPriority="66"/>
    <w:lsdException w:name="Medium Grid 1 Accent 2" w:uiPriority="67"/>
    <w:lsdException w:name="Medium Grid 2 Accent 2" w:uiPriority="68"/>
    <w:lsdException w:name="Medium Grid 3 Accent 2" w:uiPriority="69"/>
    <w:lsdException w:name="Dark List Accent 2" w:uiPriority="70"/>
    <w:lsdException w:name="Colorful Shading Accent 2" w:uiPriority="71"/>
    <w:lsdException w:name="Colorful List Accent 2" w:uiPriority="72"/>
    <w:lsdException w:name="Colorful Grid Accent 2" w:uiPriority="73"/>
    <w:lsdException w:name="Light Shading Accent 3" w:uiPriority="60"/>
    <w:lsdException w:name="Light List Accent 3" w:uiPriority="61"/>
    <w:lsdException w:name="Light Grid Accent 3" w:uiPriority="62"/>
    <w:lsdException w:name="Medium Shading 1 Accent 3" w:uiPriority="63"/>
    <w:lsdException w:name="Medium Shading 2 Accent 3" w:uiPriority="64"/>
    <w:lsdException w:name="Medium List 1 Accent 3" w:uiPriority="65"/>
    <w:lsdException w:name="Medium List 2 Accent 3" w:uiPriority="66"/>
    <w:lsdException w:name="Medium Grid 1 Accent 3" w:uiPriority="67"/>
    <w:lsdException w:name="Medium Grid 2 Accent 3" w:uiPriority="68"/>
    <w:lsdException w:name="Medium Grid 3 Accent 3" w:uiPriority="69"/>
    <w:lsdException w:name="Dark List Accent 3" w:uiPriority="70"/>
    <w:lsdException w:name="Colorful Shading Accent 3" w:uiPriority="71"/>
    <w:lsdException w:name="Colorful List Accent 3" w:uiPriority="72"/>
    <w:lsdException w:name="Colorful Grid Accent 3" w:uiPriority="73"/>
    <w:lsdException w:name="Light Shading Accent 4" w:uiPriority="60"/>
    <w:lsdException w:name="Light List Accent 4" w:uiPriority="61"/>
    <w:lsdException w:name="Light Grid Accent 4" w:uiPriority="62"/>
    <w:lsdException w:name="Medium Shading 1 Accent 4" w:uiPriority="63"/>
    <w:lsdException w:name="Medium Shading 2 Accent 4" w:uiPriority="64"/>
    <w:lsdException w:name="Medium List 1 Accent 4" w:uiPriority="65"/>
    <w:lsdException w:name="Medium List 2 Accent 4" w:uiPriority="66"/>
    <w:lsdException w:name="Medium Grid 1 Accent 4" w:uiPriority="67"/>
    <w:lsdException w:name="Medium Grid 2 Accent 4" w:uiPriority="68"/>
    <w:lsdException w:name="Medium Grid 3 Accent 4" w:uiPriority="69"/>
    <w:lsdException w:name="Dark List Accent 4" w:uiPriority="70"/>
    <w:lsdException w:name="Colorful Shading Accent 4" w:uiPriority="71"/>
    <w:lsdException w:name="Colorful List Accent 4" w:uiPriority="72"/>
    <w:lsdException w:name="Colorful Grid Accent 4" w:uiPriority="73"/>
    <w:lsdException w:name="Light Shading Accent 5" w:uiPriority="60"/>
    <w:lsdException w:name="Light List Accent 5" w:uiPriority="61"/>
    <w:lsdException w:name="Light Grid Accent 5" w:uiPriority="62"/>
    <w:lsdException w:name="Medium Shading 1 Accent 5" w:uiPriority="63"/>
    <w:lsdException w:name="Medium Shading 2 Accent 5" w:uiPriority="64"/>
    <w:lsdException w:name="Medium List 1 Accent 5" w:uiPriority="65"/>
    <w:lsdException w:name="Medium List 2 Accent 5" w:uiPriority="66"/>
    <w:lsdException w:name="Medium Grid 1 Accent 5" w:uiPriority="67"/>
    <w:lsdException w:name="Medium Grid 2 Accent 5" w:uiPriority="68"/>
    <w:lsdException w:name="Medium Grid 3 Accent 5" w:uiPriority="69"/>
    <w:lsdException w:name="Dark List Accent 5" w:uiPriority="70"/>
    <w:lsdException w:name="Colorful Shading Accent 5" w:uiPriority="71"/>
    <w:lsdException w:name="Colorful List Accent 5" w:uiPriority="72"/>
    <w:lsdException w:name="Colorful Grid Accent 5" w:uiPriority="73"/>
    <w:lsdException w:name="Light Shading Accent 6" w:uiPriority="60"/>
    <w:lsdException w:name="Light List Accent 6" w:uiPriority="61"/>
    <w:lsdException w:name="Light Grid Accent 6" w:uiPriority="62"/>
    <w:lsdException w:name="Medium Shading 1 Accent 6" w:uiPriority="63"/>
    <w:lsdException w:name="Medium Shading 2 Accent 6" w:uiPriority="64"/>
    <w:lsdException w:name="Medium List 1 Accent 6" w:uiPriority="65"/>
    <w:lsdException w:name="Medium List 2 Accent 6" w:uiPriority="66"/>
    <w:lsdException w:name="Medium Grid 1 Accent 6" w:uiPriority="67"/>
    <w:lsdException w:name="Medium Grid 2 Accent 6" w:uiPriority="68"/>
    <w:lsdException w:name="Medium Grid 3 Accent 6" w:uiPriority="69"/>
    <w:lsdException w:name="Dark List Accent 6" w:uiPriority="70"/>
    <w:lsdException w:name="Colorful Shading Accent 6" w:uiPriority="71"/>
    <w:lsdException w:name="Colorful List Accent 6" w:uiPriority="72"/>
    <w:lsdException w:name="Colorful Grid Accent 6" w:uiPriority="73"/>
    <w:lsdException w:name="Subtle Emphasis" w:uiPriority="19" w:qFormat="1"/>
    <w:lsdException w:name="Intense Emphasis" w:uiPriority="21" w:qFormat="1"/>
    <w:lsdException w:name="Subtle Reference" w:uiPriority="31" w:qFormat="1"/>
    <w:lsdException w:name="Intense Reference" w:uiPriority="32" w:qFormat="1"/>
    <w:lsdException w:name="Book Title" w:uiPriority="33" w:qFormat="1"/>
    <w:lsdException w:name="Bibliography" w:semiHidden="1" w:uiPriority="37" w:unhideWhenUsed="1"/>
    <w:lsdException w:name="TOC Heading" w:semiHidden="1" w:uiPriority="39" w:unhideWhenUsed="1" w:qFormat="1"/>
    <w:lsdException w:name="Plain Table 1" w:uiPriority="41"/>
    <w:lsdException w:name="Plain Table 2" w:uiPriority="42"/>
    <w:lsdException w:name="Plain Table 3" w:uiPriority="43"/>
    <w:lsdException w:name="Plain Table 4" w:uiPriority="44"/>
    <w:lsdException w:name="Plain Table 5" w:uiPriority="45"/>
    <w:lsdException w:name="Grid Table Light" w:uiPriority="40"/>
    <w:lsdException w:name="Grid Table 1 Light" w:uiPriority="46"/>
    <w:lsdException w:name="Grid Table 2" w:uiPriority="47"/>
    <w:lsdException w:name="Grid Table 3" w:uiPriority="48"/>
    <w:lsdException w:name="Grid Table 4" w:uiPriority="49"/>
    <w:lsdException w:name="Grid Table 5 Dark" w:uiPriority="50"/>
    <w:lsdException w:name="Grid Table 6 Colorful" w:uiPriority="51"/>
    <w:lsdException w:name="Grid Table 7 Colorful" w:uiPriority="52"/>
    <w:lsdException w:name="Grid Table 1 Light Accent 1" w:uiPriority="46"/>
    <w:lsdException w:name="Grid Table 2 Accent 1" w:uiPriority="47"/>
    <w:lsdException w:name="Grid Table 3 Accent 1" w:uiPriority="48"/>
    <w:lsdException w:name="Grid Table 4 Accent 1" w:uiPriority="49"/>
    <w:lsdException w:name="Grid Table 5 Dark Accent 1" w:uiPriority="50"/>
    <w:lsdException w:name="Grid Table 6 Colorful Accent 1" w:uiPriority="51"/>
    <w:lsdException w:name="Grid Table 7 Colorful Accent 1" w:uiPriority="52"/>
    <w:lsdException w:name="Grid Table 1 Light Accent 2" w:uiPriority="46"/>
    <w:lsdException w:name="Grid Table 2 Accent 2" w:uiPriority="47"/>
    <w:lsdException w:name="Grid Table 3 Accent 2" w:uiPriority="48"/>
    <w:lsdException w:name="Grid Table 4 Accent 2" w:uiPriority="49"/>
    <w:lsdException w:name="Grid Table 5 Dark Accent 2" w:uiPriority="50"/>
    <w:lsdException w:name="Grid Table 6 Colorful Accent 2" w:uiPriority="51"/>
    <w:lsdException w:name="Grid Table 7 Colorful Accent 2" w:uiPriority="52"/>
    <w:lsdException w:name="Grid Table 1 Light Accent 3" w:uiPriority="46"/>
    <w:lsdException w:name="Grid Table 2 Accent 3" w:uiPriority="47"/>
    <w:lsdException w:name="Grid Table 3 Accent 3" w:uiPriority="48"/>
    <w:lsdException w:name="Grid Table 4 Accent 3" w:uiPriority="49"/>
    <w:lsdException w:name="Grid Table 5 Dark Accent 3" w:uiPriority="50"/>
    <w:lsdException w:name="Grid Table 6 Colorful Accent 3" w:uiPriority="51"/>
    <w:lsdException w:name="Grid Table 7 Colorful Accent 3" w:uiPriority="52"/>
    <w:lsdException w:name="Grid Table 1 Light Accent 4" w:uiPriority="46"/>
    <w:lsdException w:name="Grid Table 2 Accent 4" w:uiPriority="47"/>
    <w:lsdException w:name="Grid Table 3 Accent 4" w:uiPriority="48"/>
    <w:lsdException w:name="Grid Table 4 Accent 4" w:uiPriority="49"/>
    <w:lsdException w:name="Grid Table 5 Dark Accent 4" w:uiPriority="50"/>
    <w:lsdException w:name="Grid Table 6 Colorful Accent 4" w:uiPriority="51"/>
    <w:lsdException w:name="Grid Table 7 Colorful Accent 4" w:uiPriority="52"/>
    <w:lsdException w:name="Grid Table 1 Light Accent 5" w:uiPriority="46"/>
    <w:lsdException w:name="Grid Table 2 Accent 5" w:uiPriority="47"/>
    <w:lsdException w:name="Grid Table 3 Accent 5" w:uiPriority="48"/>
    <w:lsdException w:name="Grid Table 4 Accent 5" w:uiPriority="49"/>
    <w:lsdException w:name="Grid Table 5 Dark Accent 5" w:uiPriority="50"/>
    <w:lsdException w:name="Grid Table 6 Colorful Accent 5" w:uiPriority="51"/>
    <w:lsdException w:name="Grid Table 7 Colorful Accent 5" w:uiPriority="52"/>
    <w:lsdException w:name="Grid Table 1 Light Accent 6" w:uiPriority="46"/>
    <w:lsdException w:name="Grid Table 2 Accent 6" w:uiPriority="47"/>
    <w:lsdException w:name="Grid Table 3 Accent 6" w:uiPriority="48"/>
    <w:lsdException w:name="Grid Table 4 Accent 6" w:uiPriority="49"/>
    <w:lsdException w:name="Grid Table 5 Dark Accent 6" w:uiPriority="50"/>
    <w:lsdException w:name="Grid Table 6 Colorful Accent 6" w:uiPriority="51"/>
    <w:lsdException w:name="Grid Table 7 Colorful Accent 6" w:uiPriority="52"/>
    <w:lsdException w:name="List Table 1 Light" w:uiPriority="46"/>
    <w:lsdException w:name="List Table 2" w:uiPriority="47"/>
    <w:lsdException w:name="List Table 3" w:uiPriority="48"/>
    <w:lsdException w:name="List Table 4" w:uiPriority="49"/>
    <w:lsdException w:name="List Table 5 Dark" w:uiPriority="50"/>
    <w:lsdException w:name="List Table 6 Colorful" w:uiPriority="51"/>
    <w:lsdException w:name="List Table 7 Colorful" w:uiPriority="52"/>
    <w:lsdException w:name="List Table 1 Light Accent 1" w:uiPriority="46"/>
    <w:lsdException w:name="List Table 2 Accent 1" w:uiPriority="47"/>
    <w:lsdException w:name="List Table 3 Accent 1" w:uiPriority="48"/>
    <w:lsdException w:name="List Table 4 Accent 1" w:uiPriority="49"/>
    <w:lsdException w:name="List Table 5 Dark Accent 1" w:uiPriority="50"/>
    <w:lsdException w:name="List Table 6 Colorful Accent 1" w:uiPriority="51"/>
    <w:lsdException w:name="List Table 7 Colorful Accent 1" w:uiPriority="52"/>
    <w:lsdException w:name="List Table 1 Light Accent 2" w:uiPriority="46"/>
    <w:lsdException w:name="List Table 2 Accent 2" w:uiPriority="47"/>
    <w:lsdException w:name="List Table 3 Accent 2" w:uiPriority="48"/>
    <w:lsdException w:name="List Table 4 Accent 2" w:uiPriority="49"/>
    <w:lsdException w:name="List Table 5 Dark Accent 2" w:uiPriority="50"/>
    <w:lsdException w:name="List Table 6 Colorful Accent 2" w:uiPriority="51"/>
    <w:lsdException w:name="List Table 7 Colorful Accent 2" w:uiPriority="52"/>
    <w:lsdException w:name="List Table 1 Light Accent 3" w:uiPriority="46"/>
    <w:lsdException w:name="List Table 2 Accent 3" w:uiPriority="47"/>
    <w:lsdException w:name="List Table 3 Accent 3" w:uiPriority="48"/>
    <w:lsdException w:name="List Table 4 Accent 3" w:uiPriority="49"/>
    <w:lsdException w:name="List Table 5 Dark Accent 3" w:uiPriority="50"/>
    <w:lsdException w:name="List Table 6 Colorful Accent 3" w:uiPriority="51"/>
    <w:lsdException w:name="List Table 7 Colorful Accent 3" w:uiPriority="52"/>
    <w:lsdException w:name="List Table 1 Light Accent 4" w:uiPriority="46"/>
    <w:lsdException w:name="List Table 2 Accent 4" w:uiPriority="47"/>
    <w:lsdException w:name="List Table 3 Accent 4" w:uiPriority="48"/>
    <w:lsdException w:name="List Table 4 Accent 4" w:uiPriority="49"/>
    <w:lsdException w:name="List Table 5 Dark Accent 4" w:uiPriority="50"/>
    <w:lsdException w:name="List Table 6 Colorful Accent 4" w:uiPriority="51"/>
    <w:lsdException w:name="List Table 7 Colorful Accent 4" w:uiPriority="52"/>
    <w:lsdException w:name="List Table 1 Light Accent 5" w:uiPriority="46"/>
    <w:lsdException w:name="List Table 2 Accent 5" w:uiPriority="47"/>
    <w:lsdException w:name="List Table 3 Accent 5" w:uiPriority="48"/>
    <w:lsdException w:name="List Table 4 Accent 5" w:uiPriority="49"/>
    <w:lsdException w:name="List Table 5 Dark Accent 5" w:uiPriority="50"/>
    <w:lsdException w:name="List Table 6 Colorful Accent 5" w:uiPriority="51"/>
    <w:lsdException w:name="List Table 7 Colorful Accent 5" w:uiPriority="52"/>
    <w:lsdException w:name="List Table 1 Light Accent 6" w:uiPriority="46"/>
    <w:lsdException w:name="List Table 2 Accent 6" w:uiPriority="47"/>
    <w:lsdException w:name="List Table 3 Accent 6" w:uiPriority="48"/>
    <w:lsdException w:name="List Table 4 Accent 6" w:uiPriority="49"/>
    <w:lsdException w:name="List Table 5 Dark Accent 6" w:uiPriority="50"/>
    <w:lsdException w:name="List Table 6 Colorful Accent 6" w:uiPriority="51"/>
    <w:lsdException w:name="List Table 7 Colorful Accent 6" w:uiPriority="52"/>
    <w:lsdException w:name="Mention" w:semiHidden="1" w:unhideWhenUsed="1"/>
    <w:lsdException w:name="Smart Hyperlink" w:semiHidden="1" w:unhideWhenUsed="1"/>
    <w:lsdException w:name="Hashtag" w:semiHidden="1" w:unhideWhenUsed="1"/>
    <w:lsdException w:name="Unresolved Mention" w:semiHidden="1" w:unhideWhenUsed="1"/>
    <w:lsdException w:name="Smart Link" w:semiHidden="1" w:unhideWhenUsed="1"/>
  </w:latentStyles>
  <w:style w:type="paragraph" w:default="1" w:styleId="Normal">
    <w:name w:val="Normal"/>
    <w:qFormat/>
  </w:style>
  <w:style w:type="paragraph" w:styleId="Heading1">
    <w:name w:val="heading 1"/>
    <w:basedOn w:val="Normal"/>
    <w:next w:val="Normal"/>
    <w:link w:val="Heading1Char"/>
    <w:uiPriority w:val="9"/>
    <w:qFormat/>
    <w:rsid w:val="004E6A40"/>
    <w:pPr>
      <w:keepNext/>
      <w:keepLines/>
      <w:spacing w:before="360" w:after="80"/>
      <w:outlineLvl w:val="0"/>
    </w:pPr>
    <w:rPr>
      <w:rFonts w:asciiTheme="majorHAnsi" w:eastAsiaTheme="majorEastAsia" w:hAnsiTheme="majorHAnsi" w:cstheme="majorBidi"/>
      <w:color w:val="365F91" w:themeColor="accent1" w:themeShade="BF"/>
      <w:sz w:val="40"/>
      <w:szCs w:val="40"/>
    </w:rPr>
  </w:style>
  <w:style w:type="paragraph" w:styleId="Heading2">
    <w:name w:val="heading 2"/>
    <w:basedOn w:val="Normal"/>
    <w:next w:val="Normal"/>
    <w:link w:val="Heading2Char"/>
    <w:uiPriority w:val="9"/>
    <w:semiHidden/>
    <w:unhideWhenUsed/>
    <w:qFormat/>
    <w:rsid w:val="004E6A40"/>
    <w:pPr>
      <w:keepNext/>
      <w:keepLines/>
      <w:spacing w:before="160" w:after="80"/>
      <w:outlineLvl w:val="1"/>
    </w:pPr>
    <w:rPr>
      <w:rFonts w:asciiTheme="majorHAnsi" w:eastAsiaTheme="majorEastAsia" w:hAnsiTheme="majorHAnsi" w:cstheme="majorBidi"/>
      <w:color w:val="365F91" w:themeColor="accent1" w:themeShade="BF"/>
      <w:sz w:val="32"/>
      <w:szCs w:val="32"/>
    </w:rPr>
  </w:style>
  <w:style w:type="paragraph" w:styleId="Heading3">
    <w:name w:val="heading 3"/>
    <w:basedOn w:val="Normal"/>
    <w:next w:val="Normal"/>
    <w:link w:val="Heading3Char"/>
    <w:uiPriority w:val="9"/>
    <w:semiHidden/>
    <w:unhideWhenUsed/>
    <w:qFormat/>
    <w:rsid w:val="004E6A40"/>
    <w:pPr>
      <w:keepNext/>
      <w:keepLines/>
      <w:spacing w:before="160" w:after="80"/>
      <w:outlineLvl w:val="2"/>
    </w:pPr>
    <w:rPr>
      <w:rFonts w:eastAsiaTheme="majorEastAsia" w:cstheme="majorBidi"/>
      <w:color w:val="365F91" w:themeColor="accent1" w:themeShade="BF"/>
      <w:sz w:val="28"/>
      <w:szCs w:val="28"/>
    </w:rPr>
  </w:style>
  <w:style w:type="paragraph" w:styleId="Heading4">
    <w:name w:val="heading 4"/>
    <w:basedOn w:val="Normal"/>
    <w:next w:val="Normal"/>
    <w:link w:val="Heading4Char"/>
    <w:uiPriority w:val="9"/>
    <w:semiHidden/>
    <w:unhideWhenUsed/>
    <w:qFormat/>
    <w:rsid w:val="004E6A40"/>
    <w:pPr>
      <w:keepNext/>
      <w:keepLines/>
      <w:spacing w:before="80" w:after="40"/>
      <w:outlineLvl w:val="3"/>
    </w:pPr>
    <w:rPr>
      <w:rFonts w:eastAsiaTheme="majorEastAsia" w:cstheme="majorBidi"/>
      <w:i/>
      <w:iCs/>
      <w:color w:val="365F91" w:themeColor="accent1" w:themeShade="BF"/>
    </w:rPr>
  </w:style>
  <w:style w:type="paragraph" w:styleId="Heading5">
    <w:name w:val="heading 5"/>
    <w:basedOn w:val="Normal"/>
    <w:next w:val="Normal"/>
    <w:link w:val="Heading5Char"/>
    <w:uiPriority w:val="9"/>
    <w:semiHidden/>
    <w:unhideWhenUsed/>
    <w:qFormat/>
    <w:rsid w:val="004E6A40"/>
    <w:pPr>
      <w:keepNext/>
      <w:keepLines/>
      <w:spacing w:before="80" w:after="40"/>
      <w:outlineLvl w:val="4"/>
    </w:pPr>
    <w:rPr>
      <w:rFonts w:eastAsiaTheme="majorEastAsia" w:cstheme="majorBidi"/>
      <w:color w:val="365F91" w:themeColor="accent1" w:themeShade="BF"/>
    </w:rPr>
  </w:style>
  <w:style w:type="paragraph" w:styleId="Heading6">
    <w:name w:val="heading 6"/>
    <w:basedOn w:val="Normal"/>
    <w:next w:val="Normal"/>
    <w:link w:val="Heading6Char"/>
    <w:uiPriority w:val="9"/>
    <w:semiHidden/>
    <w:unhideWhenUsed/>
    <w:qFormat/>
    <w:rsid w:val="004E6A40"/>
    <w:pPr>
      <w:keepNext/>
      <w:keepLines/>
      <w:spacing w:before="40" w:after="0"/>
      <w:outlineLvl w:val="5"/>
    </w:pPr>
    <w:rPr>
      <w:rFonts w:eastAsiaTheme="majorEastAsia" w:cstheme="majorBidi"/>
      <w:i/>
      <w:iCs/>
      <w:color w:val="595959" w:themeColor="text1" w:themeTint="A6"/>
    </w:rPr>
  </w:style>
  <w:style w:type="paragraph" w:styleId="Heading7">
    <w:name w:val="heading 7"/>
    <w:basedOn w:val="Normal"/>
    <w:next w:val="Normal"/>
    <w:link w:val="Heading7Char"/>
    <w:uiPriority w:val="9"/>
    <w:semiHidden/>
    <w:unhideWhenUsed/>
    <w:qFormat/>
    <w:rsid w:val="004E6A40"/>
    <w:pPr>
      <w:keepNext/>
      <w:keepLines/>
      <w:spacing w:before="40" w:after="0"/>
      <w:outlineLvl w:val="6"/>
    </w:pPr>
    <w:rPr>
      <w:rFonts w:eastAsiaTheme="majorEastAsia" w:cstheme="majorBidi"/>
      <w:color w:val="595959" w:themeColor="text1" w:themeTint="A6"/>
    </w:rPr>
  </w:style>
  <w:style w:type="paragraph" w:styleId="Heading8">
    <w:name w:val="heading 8"/>
    <w:basedOn w:val="Normal"/>
    <w:next w:val="Normal"/>
    <w:link w:val="Heading8Char"/>
    <w:uiPriority w:val="9"/>
    <w:semiHidden/>
    <w:unhideWhenUsed/>
    <w:qFormat/>
    <w:rsid w:val="004E6A40"/>
    <w:pPr>
      <w:keepNext/>
      <w:keepLines/>
      <w:spacing w:after="0"/>
      <w:outlineLvl w:val="7"/>
    </w:pPr>
    <w:rPr>
      <w:rFonts w:eastAsiaTheme="majorEastAsia" w:cstheme="majorBidi"/>
      <w:i/>
      <w:iCs/>
      <w:color w:val="272727" w:themeColor="text1" w:themeTint="D8"/>
    </w:rPr>
  </w:style>
  <w:style w:type="paragraph" w:styleId="Heading9">
    <w:name w:val="heading 9"/>
    <w:basedOn w:val="Normal"/>
    <w:next w:val="Normal"/>
    <w:link w:val="Heading9Char"/>
    <w:uiPriority w:val="9"/>
    <w:semiHidden/>
    <w:unhideWhenUsed/>
    <w:qFormat/>
    <w:rsid w:val="004E6A40"/>
    <w:pPr>
      <w:keepNext/>
      <w:keepLines/>
      <w:spacing w:after="0"/>
      <w:outlineLvl w:val="8"/>
    </w:pPr>
    <w:rPr>
      <w:rFonts w:eastAsiaTheme="majorEastAsia" w:cstheme="majorBidi"/>
      <w:color w:val="272727" w:themeColor="text1" w:themeTint="D8"/>
    </w:rPr>
  </w:style>
  <w:style w:type="character" w:default="1" w:styleId="DefaultParagraphFont">
    <w:name w:val="Default Paragraph Font"/>
    <w:uiPriority w:val="1"/>
    <w:semiHidden/>
    <w:unhideWhenUsed/>
  </w:style>
  <w:style w:type="table" w:default="1" w:styleId="TableNormal">
    <w:name w:val="Normal Table"/>
    <w:uiPriority w:val="99"/>
    <w:semiHidden/>
    <w:unhideWhenUsed/>
    <w:tblPr>
      <w:tblInd w:w="0" w:type="dxa"/>
      <w:tblCellMar>
        <w:top w:w="0" w:type="dxa"/>
        <w:left w:w="108" w:type="dxa"/>
        <w:bottom w:w="0" w:type="dxa"/>
        <w:right w:w="108" w:type="dxa"/>
      </w:tblCellMar>
    </w:tblPr>
  </w:style>
  <w:style w:type="numbering" w:default="1" w:styleId="NoList">
    <w:name w:val="No List"/>
    <w:uiPriority w:val="99"/>
    <w:semiHidden/>
    <w:unhideWhenUsed/>
  </w:style>
  <w:style w:type="character" w:customStyle="1" w:styleId="Heading1Char">
    <w:name w:val="Heading 1 Char"/>
    <w:basedOn w:val="DefaultParagraphFont"/>
    <w:link w:val="Heading1"/>
    <w:uiPriority w:val="9"/>
    <w:rsid w:val="004E6A40"/>
    <w:rPr>
      <w:rFonts w:asciiTheme="majorHAnsi" w:eastAsiaTheme="majorEastAsia" w:hAnsiTheme="majorHAnsi" w:cstheme="majorBidi"/>
      <w:color w:val="365F91" w:themeColor="accent1" w:themeShade="BF"/>
      <w:sz w:val="40"/>
      <w:szCs w:val="40"/>
    </w:rPr>
  </w:style>
  <w:style w:type="character" w:customStyle="1" w:styleId="Heading2Char">
    <w:name w:val="Heading 2 Char"/>
    <w:basedOn w:val="DefaultParagraphFont"/>
    <w:link w:val="Heading2"/>
    <w:uiPriority w:val="9"/>
    <w:semiHidden/>
    <w:rsid w:val="004E6A40"/>
    <w:rPr>
      <w:rFonts w:asciiTheme="majorHAnsi" w:eastAsiaTheme="majorEastAsia" w:hAnsiTheme="majorHAnsi" w:cstheme="majorBidi"/>
      <w:color w:val="365F91" w:themeColor="accent1" w:themeShade="BF"/>
      <w:sz w:val="32"/>
      <w:szCs w:val="32"/>
    </w:rPr>
  </w:style>
  <w:style w:type="character" w:customStyle="1" w:styleId="Heading3Char">
    <w:name w:val="Heading 3 Char"/>
    <w:basedOn w:val="DefaultParagraphFont"/>
    <w:link w:val="Heading3"/>
    <w:uiPriority w:val="9"/>
    <w:semiHidden/>
    <w:rsid w:val="004E6A40"/>
    <w:rPr>
      <w:rFonts w:eastAsiaTheme="majorEastAsia" w:cstheme="majorBidi"/>
      <w:color w:val="365F91" w:themeColor="accent1" w:themeShade="BF"/>
      <w:sz w:val="28"/>
      <w:szCs w:val="28"/>
    </w:rPr>
  </w:style>
  <w:style w:type="character" w:customStyle="1" w:styleId="Heading4Char">
    <w:name w:val="Heading 4 Char"/>
    <w:basedOn w:val="DefaultParagraphFont"/>
    <w:link w:val="Heading4"/>
    <w:uiPriority w:val="9"/>
    <w:semiHidden/>
    <w:rsid w:val="004E6A40"/>
    <w:rPr>
      <w:rFonts w:eastAsiaTheme="majorEastAsia" w:cstheme="majorBidi"/>
      <w:i/>
      <w:iCs/>
      <w:color w:val="365F91" w:themeColor="accent1" w:themeShade="BF"/>
    </w:rPr>
  </w:style>
  <w:style w:type="character" w:customStyle="1" w:styleId="Heading5Char">
    <w:name w:val="Heading 5 Char"/>
    <w:basedOn w:val="DefaultParagraphFont"/>
    <w:link w:val="Heading5"/>
    <w:uiPriority w:val="9"/>
    <w:semiHidden/>
    <w:rsid w:val="004E6A40"/>
    <w:rPr>
      <w:rFonts w:eastAsiaTheme="majorEastAsia" w:cstheme="majorBidi"/>
      <w:color w:val="365F91" w:themeColor="accent1" w:themeShade="BF"/>
    </w:rPr>
  </w:style>
  <w:style w:type="character" w:customStyle="1" w:styleId="Heading6Char">
    <w:name w:val="Heading 6 Char"/>
    <w:basedOn w:val="DefaultParagraphFont"/>
    <w:link w:val="Heading6"/>
    <w:uiPriority w:val="9"/>
    <w:semiHidden/>
    <w:rsid w:val="004E6A40"/>
    <w:rPr>
      <w:rFonts w:eastAsiaTheme="majorEastAsia" w:cstheme="majorBidi"/>
      <w:i/>
      <w:iCs/>
      <w:color w:val="595959" w:themeColor="text1" w:themeTint="A6"/>
    </w:rPr>
  </w:style>
  <w:style w:type="character" w:customStyle="1" w:styleId="Heading7Char">
    <w:name w:val="Heading 7 Char"/>
    <w:basedOn w:val="DefaultParagraphFont"/>
    <w:link w:val="Heading7"/>
    <w:uiPriority w:val="9"/>
    <w:semiHidden/>
    <w:rsid w:val="004E6A40"/>
    <w:rPr>
      <w:rFonts w:eastAsiaTheme="majorEastAsia" w:cstheme="majorBidi"/>
      <w:color w:val="595959" w:themeColor="text1" w:themeTint="A6"/>
    </w:rPr>
  </w:style>
  <w:style w:type="character" w:customStyle="1" w:styleId="Heading8Char">
    <w:name w:val="Heading 8 Char"/>
    <w:basedOn w:val="DefaultParagraphFont"/>
    <w:link w:val="Heading8"/>
    <w:uiPriority w:val="9"/>
    <w:semiHidden/>
    <w:rsid w:val="004E6A40"/>
    <w:rPr>
      <w:rFonts w:eastAsiaTheme="majorEastAsia" w:cstheme="majorBidi"/>
      <w:i/>
      <w:iCs/>
      <w:color w:val="272727" w:themeColor="text1" w:themeTint="D8"/>
    </w:rPr>
  </w:style>
  <w:style w:type="character" w:customStyle="1" w:styleId="Heading9Char">
    <w:name w:val="Heading 9 Char"/>
    <w:basedOn w:val="DefaultParagraphFont"/>
    <w:link w:val="Heading9"/>
    <w:uiPriority w:val="9"/>
    <w:semiHidden/>
    <w:rsid w:val="004E6A40"/>
    <w:rPr>
      <w:rFonts w:eastAsiaTheme="majorEastAsia" w:cstheme="majorBidi"/>
      <w:color w:val="272727" w:themeColor="text1" w:themeTint="D8"/>
    </w:rPr>
  </w:style>
  <w:style w:type="paragraph" w:styleId="Title">
    <w:name w:val="Title"/>
    <w:basedOn w:val="Normal"/>
    <w:next w:val="Normal"/>
    <w:link w:val="TitleChar"/>
    <w:uiPriority w:val="10"/>
    <w:qFormat/>
    <w:rsid w:val="004E6A40"/>
    <w:pPr>
      <w:spacing w:after="80" w:line="240" w:lineRule="auto"/>
      <w:contextualSpacing/>
    </w:pPr>
    <w:rPr>
      <w:rFonts w:asciiTheme="majorHAnsi" w:eastAsiaTheme="majorEastAsia" w:hAnsiTheme="majorHAnsi" w:cstheme="majorBidi"/>
      <w:spacing w:val="-10"/>
      <w:kern w:val="28"/>
      <w:sz w:val="56"/>
      <w:szCs w:val="56"/>
    </w:rPr>
  </w:style>
  <w:style w:type="character" w:customStyle="1" w:styleId="TitleChar">
    <w:name w:val="Title Char"/>
    <w:basedOn w:val="DefaultParagraphFont"/>
    <w:link w:val="Title"/>
    <w:uiPriority w:val="10"/>
    <w:rsid w:val="004E6A40"/>
    <w:rPr>
      <w:rFonts w:asciiTheme="majorHAnsi" w:eastAsiaTheme="majorEastAsia" w:hAnsiTheme="majorHAnsi" w:cstheme="majorBidi"/>
      <w:spacing w:val="-10"/>
      <w:kern w:val="28"/>
      <w:sz w:val="56"/>
      <w:szCs w:val="56"/>
    </w:rPr>
  </w:style>
  <w:style w:type="paragraph" w:styleId="Subtitle">
    <w:name w:val="Subtitle"/>
    <w:basedOn w:val="Normal"/>
    <w:next w:val="Normal"/>
    <w:link w:val="SubtitleChar"/>
    <w:uiPriority w:val="11"/>
    <w:qFormat/>
    <w:rsid w:val="004E6A40"/>
    <w:pPr>
      <w:numPr>
        <w:ilvl w:val="1"/>
      </w:numPr>
      <w:spacing w:after="160"/>
    </w:pPr>
    <w:rPr>
      <w:rFonts w:eastAsiaTheme="majorEastAsia" w:cstheme="majorBidi"/>
      <w:color w:val="595959" w:themeColor="text1" w:themeTint="A6"/>
      <w:spacing w:val="15"/>
      <w:sz w:val="28"/>
      <w:szCs w:val="28"/>
    </w:rPr>
  </w:style>
  <w:style w:type="character" w:customStyle="1" w:styleId="SubtitleChar">
    <w:name w:val="Subtitle Char"/>
    <w:basedOn w:val="DefaultParagraphFont"/>
    <w:link w:val="Subtitle"/>
    <w:uiPriority w:val="11"/>
    <w:rsid w:val="004E6A40"/>
    <w:rPr>
      <w:rFonts w:eastAsiaTheme="majorEastAsia" w:cstheme="majorBidi"/>
      <w:color w:val="595959" w:themeColor="text1" w:themeTint="A6"/>
      <w:spacing w:val="15"/>
      <w:sz w:val="28"/>
      <w:szCs w:val="28"/>
    </w:rPr>
  </w:style>
  <w:style w:type="paragraph" w:styleId="Quote">
    <w:name w:val="Quote"/>
    <w:basedOn w:val="Normal"/>
    <w:next w:val="Normal"/>
    <w:link w:val="QuoteChar"/>
    <w:uiPriority w:val="29"/>
    <w:qFormat/>
    <w:rsid w:val="004E6A40"/>
    <w:pPr>
      <w:spacing w:before="160" w:after="160"/>
      <w:jc w:val="center"/>
    </w:pPr>
    <w:rPr>
      <w:i/>
      <w:iCs/>
      <w:color w:val="404040" w:themeColor="text1" w:themeTint="BF"/>
    </w:rPr>
  </w:style>
  <w:style w:type="character" w:customStyle="1" w:styleId="QuoteChar">
    <w:name w:val="Quote Char"/>
    <w:basedOn w:val="DefaultParagraphFont"/>
    <w:link w:val="Quote"/>
    <w:uiPriority w:val="29"/>
    <w:rsid w:val="004E6A40"/>
    <w:rPr>
      <w:i/>
      <w:iCs/>
      <w:color w:val="404040" w:themeColor="text1" w:themeTint="BF"/>
    </w:rPr>
  </w:style>
  <w:style w:type="paragraph" w:styleId="ListParagraph">
    <w:name w:val="List Paragraph"/>
    <w:basedOn w:val="Normal"/>
    <w:uiPriority w:val="34"/>
    <w:qFormat/>
    <w:rsid w:val="004E6A40"/>
    <w:pPr>
      <w:ind w:left="720"/>
      <w:contextualSpacing/>
    </w:pPr>
  </w:style>
  <w:style w:type="character" w:styleId="IntenseEmphasis">
    <w:name w:val="Intense Emphasis"/>
    <w:basedOn w:val="DefaultParagraphFont"/>
    <w:uiPriority w:val="21"/>
    <w:qFormat/>
    <w:rsid w:val="004E6A40"/>
    <w:rPr>
      <w:i/>
      <w:iCs/>
      <w:color w:val="365F91" w:themeColor="accent1" w:themeShade="BF"/>
    </w:rPr>
  </w:style>
  <w:style w:type="paragraph" w:styleId="IntenseQuote">
    <w:name w:val="Intense Quote"/>
    <w:basedOn w:val="Normal"/>
    <w:next w:val="Normal"/>
    <w:link w:val="IntenseQuoteChar"/>
    <w:uiPriority w:val="30"/>
    <w:qFormat/>
    <w:rsid w:val="004E6A40"/>
    <w:pPr>
      <w:pBdr>
        <w:top w:val="single" w:sz="4" w:space="10" w:color="365F91" w:themeColor="accent1" w:themeShade="BF"/>
        <w:bottom w:val="single" w:sz="4" w:space="10" w:color="365F91" w:themeColor="accent1" w:themeShade="BF"/>
      </w:pBdr>
      <w:spacing w:before="360" w:after="360"/>
      <w:ind w:left="864" w:right="864"/>
      <w:jc w:val="center"/>
    </w:pPr>
    <w:rPr>
      <w:i/>
      <w:iCs/>
      <w:color w:val="365F91" w:themeColor="accent1" w:themeShade="BF"/>
    </w:rPr>
  </w:style>
  <w:style w:type="character" w:customStyle="1" w:styleId="IntenseQuoteChar">
    <w:name w:val="Intense Quote Char"/>
    <w:basedOn w:val="DefaultParagraphFont"/>
    <w:link w:val="IntenseQuote"/>
    <w:uiPriority w:val="30"/>
    <w:rsid w:val="004E6A40"/>
    <w:rPr>
      <w:i/>
      <w:iCs/>
      <w:color w:val="365F91" w:themeColor="accent1" w:themeShade="BF"/>
    </w:rPr>
  </w:style>
  <w:style w:type="character" w:styleId="IntenseReference">
    <w:name w:val="Intense Reference"/>
    <w:basedOn w:val="DefaultParagraphFont"/>
    <w:uiPriority w:val="32"/>
    <w:qFormat/>
    <w:rsid w:val="004E6A40"/>
    <w:rPr>
      <w:b/>
      <w:bCs/>
      <w:smallCaps/>
      <w:color w:val="365F91" w:themeColor="accent1" w:themeShade="BF"/>
      <w:spacing w:val="5"/>
    </w:rPr>
  </w:style>
</w:styles>
</file>

<file path=word/webSettings.xml><?xml version="1.0" encoding="utf-8"?>
<w:webSettings xmlns:mc="http://schemas.openxmlformats.org/markup-compatibility/2006" xmlns:r="http://schemas.openxmlformats.org/officeDocument/2006/relationships" xmlns:w="http://schemas.openxmlformats.org/wordprocessingml/2006/main" xmlns:w14="http://schemas.microsoft.com/office/word/2010/wordml" xmlns:w15="http://schemas.microsoft.com/office/word/2012/wordml" xmlns:w16cex="http://schemas.microsoft.com/office/word/2018/wordml/cex" xmlns:w16cid="http://schemas.microsoft.com/office/word/2016/wordml/cid" xmlns:w16="http://schemas.microsoft.com/office/word/2018/wordml" xmlns:w16du="http://schemas.microsoft.com/office/word/2023/wordml/word16du" xmlns:w16sdtdh="http://schemas.microsoft.com/office/word/2020/wordml/sdtdatahash" xmlns:w16sdtfl="http://schemas.microsoft.com/office/word/2024/wordml/sdtformatlock" xmlns:w16se="http://schemas.microsoft.com/office/word/2015/wordml/symex" mc:Ignorable="w14 w15 w16se w16cid w16 w16cex w16sdtdh w16sdtfl w16du">
  <w:optimizeForBrowser/>
  <w:allowPNG/>
</w:webSettings>
</file>

<file path=word/_rels/document.xml.rels><?xml version="1.0" encoding="UTF-8" standalone="yes"?>
<Relationships xmlns="http://schemas.openxmlformats.org/package/2006/relationships"><Relationship Id="rId3" Type="http://schemas.openxmlformats.org/officeDocument/2006/relationships/webSettings" Target="webSettings.xml"/><Relationship Id="rId2" Type="http://schemas.openxmlformats.org/officeDocument/2006/relationships/settings" Target="settings.xml"/><Relationship Id="rId1" Type="http://schemas.openxmlformats.org/officeDocument/2006/relationships/styles" Target="styles.xml"/><Relationship Id="rId5" Type="http://schemas.openxmlformats.org/officeDocument/2006/relationships/theme" Target="theme/theme1.xml"/><Relationship Id="rId4" Type="http://schemas.openxmlformats.org/officeDocument/2006/relationships/fontTable" Target="fontTable.xml"/></Relationships>
</file>

<file path=word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Normal.dotm</Template>
  <TotalTime>0</TotalTime>
  <Pages>1</Pages>
  <Words>4</Words>
  <Characters>25</Characters>
  <Application>Microsoft Office Word</Application>
  <DocSecurity>0</DocSecurity>
  <Lines>1</Lines>
  <Paragraphs>1</Paragraphs>
  <ScaleCrop>false</ScaleCrop>
  <Company/>
  <LinksUpToDate>false</LinksUpToDate>
  <CharactersWithSpaces>28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yusra yahya</dc:creator>
  <cp:keywords/>
  <dc:description/>
  <cp:lastModifiedBy>yusra yahya</cp:lastModifiedBy>
  <cp:revision>2</cp:revision>
  <dcterms:created xsi:type="dcterms:W3CDTF">2026-10-21T07:01:00Z</dcterms:created>
  <dcterms:modified xsi:type="dcterms:W3CDTF">2026-10-21T07:01:00Z</dcterms:modified>
</cp:coreProperties>
</file>